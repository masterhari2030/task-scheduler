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Distributed Task Scheduler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Worker Orchestration &amp; Fault-Tolerant Job Execution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  •  BullMQ  •  Redis  •  PostgreSQL  •  Socket.IO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Hackathon Project  |  Live: task-scheduler-api-gukn.onrender.com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FFD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Modern applications need background job processing at scale:</a:t>
            </a:r>
            <a:endParaRPr lang="en-US" sz="1700" dirty="0"/>
          </a:p>
          <a:p>
            <a:pPr>
              <a:spcAft>
                <a:spcPts val="500"/>
              </a:spcAft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Jobs must execute at least once — no silent drops</a:t>
            </a:r>
            <a:endParaRPr lang="en-US" sz="1700" dirty="0"/>
          </a:p>
          <a:p>
            <a:pPr>
              <a:spcAft>
                <a:spcPts val="500"/>
              </a:spcAft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Workers can crash mid-job — tasks get stuck forever</a:t>
            </a:r>
            <a:endParaRPr lang="en-US" sz="1700" dirty="0"/>
          </a:p>
          <a:p>
            <a:pPr>
              <a:spcAft>
                <a:spcPts val="500"/>
              </a:spcAft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visibility into what is running, failing, or queued</a:t>
            </a:r>
            <a:endParaRPr lang="en-US" sz="1700" dirty="0"/>
          </a:p>
          <a:p>
            <a:pPr>
              <a:spcAft>
                <a:spcPts val="500"/>
              </a:spcAft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Failed jobs disappear with no retry or audit trail</a:t>
            </a:r>
            <a:endParaRPr lang="en-US" sz="1700" dirty="0"/>
          </a:p>
          <a:p>
            <a:pPr>
              <a:spcAft>
                <a:spcPts val="1600"/>
              </a:spcAft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Scaling workers requires manual coordination</a:t>
            </a:r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Solution: A production-grade distributed task scheduler with automatic failover, dead letter queue, and a live observability dashboard.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0E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At-Least-Once Execution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task is guaranteed to run — BullMQ retries on failure up to max_attempts</a:t>
            </a:r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52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💀  Dead Letter Queue (DLQ)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Exhausted tasks move to DLQ with full audit trail — retry or discard from dashboard</a:t>
            </a:r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D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❤️  Worker Heartbeat Detection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Workers ping every 5s — monitor marks DEAD after 15s silence</a:t>
            </a:r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🔄  Automatic Task Reassignment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Tasks stuck on dead workers are automatically re-queued</a:t>
            </a:r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 Real-Time Observability Dashboard</a:t>
            </a:r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metrics, worker health cards, task feed, DLQ panel via Socket.IO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</a:t>
            </a:r>
            <a:endParaRPr lang="en-US" sz="1800" dirty="0"/>
          </a:p>
          <a:p>
            <a:pPr>
              <a:spcAft>
                <a:spcPts val="400"/>
              </a:spcAft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 + Express — REST API server, single-process architecture</a:t>
            </a:r>
            <a:endParaRPr lang="en-US" sz="1800" dirty="0"/>
          </a:p>
          <a:p>
            <a:pPr>
              <a:spcAft>
                <a:spcPts val="400"/>
              </a:spcAft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BullMQ — Production-grade job queue built on Redis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Socket.IO — Bi-directional real-time events to dashboard</a:t>
            </a:r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Layer</a:t>
            </a:r>
            <a:endParaRPr lang="en-US" sz="1800" dirty="0"/>
          </a:p>
          <a:p>
            <a:pPr>
              <a:spcAft>
                <a:spcPts val="400"/>
              </a:spcAft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Redis (Upstash) — Queue storage, job state, BullMQ backend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(Render) — Tasks, workers, execution logs, DLQ tables</a:t>
            </a:r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&amp; Deployment</a:t>
            </a:r>
            <a:endParaRPr lang="en-US" sz="1800" dirty="0"/>
          </a:p>
          <a:p>
            <a:pPr>
              <a:spcAft>
                <a:spcPts val="400"/>
              </a:spcAft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Vanilla HTML/CSS/JS — Zero-framework live dashboard</a:t>
            </a:r>
            <a:endParaRPr lang="en-US" sz="1800" dirty="0"/>
          </a:p>
          <a:p>
            <a:pPr>
              <a:spcAft>
                <a:spcPts val="400"/>
              </a:spcAft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Render.com — Single free-tier web service (API + Workers + Frontend)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FFD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 Process — API + Workers + Monitor in one Node.js server</a:t>
            </a:r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 →  REST API  →  BullMQ Queue  →  Workers</a:t>
            </a:r>
            <a:endParaRPr lang="en-US" sz="16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Workers pull jobs from Redis queues (email / file / report)</a:t>
            </a:r>
            <a:endParaRPr lang="en-US" sz="16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Workers write results + logs to PostgreSQL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Workers emit Socket.IO events → Dashboard updates live</a:t>
            </a:r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Heartbeat Monitor  →  Failure Detection  →  Auto Reassign</a:t>
            </a:r>
            <a:endParaRPr lang="en-US" sz="16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 polls PostgreSQL every 10s for stale workers (&gt;15s)</a:t>
            </a:r>
            <a:endParaRPr lang="en-US" sz="16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Marks worker DEAD, re-queues their PROCESSING tasks</a:t>
            </a:r>
            <a:endParaRPr lang="en-US" sz="16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Syncs BullMQ failed jobs into DLQ table automatically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Queue &amp; Worker Design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Dedicated Queues</a:t>
            </a:r>
            <a:endParaRPr lang="en-US" sz="18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email-queue   →   emailWorker   (send-email jobs, 2s simulation)</a:t>
            </a:r>
            <a:endParaRPr lang="en-US" sz="18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file-queue    →   fileWorker    (process-file jobs, 3s simulation)</a:t>
            </a:r>
            <a:endParaRPr lang="en-US" sz="18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report-queue  →   reportWorker  (generate-report jobs, 4s simulation)</a:t>
            </a:r>
            <a:endParaRPr lang="en-US" sz="1800" dirty="0"/>
          </a:p>
          <a:p>
            <a:pPr>
              <a:spcAft>
                <a:spcPts val="1400"/>
              </a:spcAft>
            </a:pPr>
            <a:r>
              <a:rPr lang="en-US" sz="1500" dirty="0">
                <a:solidFill>
                  <a:srgbClr val="FF52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dlq-queue     →   Dead Letter Queue for exhausted jobs</a:t>
            </a:r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Worker Lifecycle</a:t>
            </a:r>
            <a:endParaRPr lang="en-US" sz="18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Startup → Register in PostgreSQL with UUID</a:t>
            </a:r>
            <a:endParaRPr lang="en-US" sz="18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Running → Heartbeat every 5s, process jobs, log events</a:t>
            </a:r>
            <a:endParaRPr lang="en-US" sz="18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Failure → Monitor detects, marks DEAD, reassigns tasks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Fault Tolerance &amp; Failure Handling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FFD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1 — Job Fails Mid-Execution</a:t>
            </a:r>
            <a:endParaRPr lang="en-US" sz="17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BullMQ automatically retries up to max_attempts (default: 3)</a:t>
            </a:r>
            <a:endParaRPr lang="en-US" sz="1700" dirty="0"/>
          </a:p>
          <a:p>
            <a:pPr>
              <a:spcAft>
                <a:spcPts val="1200"/>
              </a:spcAft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attempt logged in execution_logs table</a:t>
            </a:r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FFD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2 — Worker Crashes</a:t>
            </a:r>
            <a:endParaRPr lang="en-US" sz="17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Heartbeat monitor detects silence after 15s</a:t>
            </a:r>
            <a:endParaRPr lang="en-US" sz="17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Worker marked DEAD in PostgreSQL</a:t>
            </a:r>
            <a:endParaRPr lang="en-US" sz="1700" dirty="0"/>
          </a:p>
          <a:p>
            <a:pPr>
              <a:spcAft>
                <a:spcPts val="1200"/>
              </a:spcAft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PROCESSING tasks re-queued automatically</a:t>
            </a:r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FFD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3 — All Retries Exhausted</a:t>
            </a:r>
            <a:endParaRPr lang="en-US" sz="17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moved to DLQ with failure reason + attempt count</a:t>
            </a:r>
            <a:endParaRPr lang="en-US" sz="17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shows DLQ panel — operator can Retry or Discard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 API Endpoints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Endpoints</a:t>
            </a:r>
            <a:endParaRPr lang="en-US" sz="1700" dirty="0"/>
          </a:p>
          <a:p>
            <a:pPr>
              <a:spcAft>
                <a:spcPts val="400"/>
              </a:spcAft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   /api/tasks              — Submit a new task</a:t>
            </a:r>
            <a:endParaRPr lang="en-US" sz="1700" dirty="0"/>
          </a:p>
          <a:p>
            <a:pPr>
              <a:spcAft>
                <a:spcPts val="400"/>
              </a:spcAft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   /api/tasks              — List all tasks</a:t>
            </a:r>
            <a:endParaRPr lang="en-US" sz="1700" dirty="0"/>
          </a:p>
          <a:p>
            <a:pPr>
              <a:spcAft>
                <a:spcPts val="400"/>
              </a:spcAft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   /api/tasks/:id          — Get task by ID</a:t>
            </a:r>
            <a:endParaRPr lang="en-US" sz="1700" dirty="0"/>
          </a:p>
          <a:p>
            <a:pPr>
              <a:spcAft>
                <a:spcPts val="400"/>
              </a:spcAft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   /api/tasks/dlq          — List DLQ tasks</a:t>
            </a:r>
            <a:endParaRPr lang="en-US" sz="1700" dirty="0"/>
          </a:p>
          <a:p>
            <a:pPr>
              <a:spcAft>
                <a:spcPts val="400"/>
              </a:spcAft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   /api/tasks/dlq/:id/retry   — Retry DLQ task</a:t>
            </a:r>
            <a:endParaRPr lang="en-US" sz="1700" dirty="0"/>
          </a:p>
          <a:p>
            <a:pPr>
              <a:spcAft>
                <a:spcPts val="1200"/>
              </a:spcAft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DELETE /api/tasks/dlq/:id/discard — Discard DLQ task</a:t>
            </a:r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Worker Endpoints</a:t>
            </a:r>
            <a:endParaRPr lang="en-US" sz="1700" dirty="0"/>
          </a:p>
          <a:p>
            <a:pPr>
              <a:spcAft>
                <a:spcPts val="400"/>
              </a:spcAft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   /api/workers            — List all workers + status</a:t>
            </a:r>
            <a:endParaRPr lang="en-US" sz="1700" dirty="0"/>
          </a:p>
          <a:p>
            <a:pPr>
              <a:spcAft>
                <a:spcPts val="400"/>
              </a:spcAft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   /api/workers/stats/metrics — Queue stats per worker</a:t>
            </a:r>
            <a:endParaRPr lang="en-US" sz="1700" dirty="0"/>
          </a:p>
          <a:p>
            <a:pPr>
              <a:spcAft>
                <a:spcPts val="400"/>
              </a:spcAft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   /health                 — Redis + PostgreSQL health check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Observability Dashboard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FD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Socket.IO broadcasts every 2 seconds:</a:t>
            </a:r>
            <a:endParaRPr lang="en-US" sz="16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queue:stats   — Active / waiting / completed / failed counts per queue</a:t>
            </a:r>
            <a:endParaRPr lang="en-US" sz="16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worker:status — Live worker health cards (ALIVE / DEAD / IDLE)</a:t>
            </a:r>
            <a:endParaRPr lang="en-US" sz="16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dlq:update    — DLQ panel refreshes with latest failed tasks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log:feed      — Execution log stream (PICKED_UP / COMPLETED / FAILED)</a:t>
            </a:r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Panels:</a:t>
            </a:r>
            <a:endParaRPr lang="en-US" sz="16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Metrics bar — total queued, processing, completed, failed</a:t>
            </a:r>
            <a:endParaRPr lang="en-US" sz="16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Worker health cards — heartbeat status, jobs done, jobs failed</a:t>
            </a:r>
            <a:endParaRPr lang="en-US" sz="16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 task form — type, payload, priority, delay</a:t>
            </a:r>
            <a:endParaRPr lang="en-US" sz="16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feed table + DLQ panel + live execution log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Schema (PostgreSQL)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tasks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id, type, payload (JSONB), status, priority, delay_ms, attempts, max_attempts, worker_id, bullmq_job_id</a:t>
            </a:r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workers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id, name, type, status (ALIVE/DEAD/IDLE), last_heartbeat, jobs_completed, jobs_failed</a:t>
            </a:r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execution_logs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id, task_id, worker_id, worker_name, event (PICKED_UP/COMPLETED/FAILED/REASSIGNED), message</a:t>
            </a:r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dlq_tasks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id, original_task_id (UNIQUE), type, payload, reason, attempts, retried, retried_at</a:t>
            </a:r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scheduled_tasks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id, task_id, run_at, status (PENDING/DISPATCHED/CANCELLED)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FFD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 Render Free-Tier Web Service</a:t>
            </a:r>
            <a:endParaRPr lang="en-US" sz="17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process runs: Express API + 3 Workers + Heartbeat Monitor + Socket.IO</a:t>
            </a:r>
            <a:endParaRPr lang="en-US" sz="17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served as static files from the same Express server</a:t>
            </a:r>
            <a:endParaRPr lang="en-US" sz="1700" dirty="0"/>
          </a:p>
          <a:p>
            <a:pPr>
              <a:spcAft>
                <a:spcPts val="1200"/>
              </a:spcAft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Schema auto-runs on startup — no manual DB setup needed</a:t>
            </a:r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Services</a:t>
            </a:r>
            <a:endParaRPr lang="en-US" sz="17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Render Web Service  — task-scheduler-api-gukn.onrender.com</a:t>
            </a:r>
            <a:endParaRPr lang="en-US" sz="17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Render PostgreSQL   — Internal URL (no SSL, same network)</a:t>
            </a:r>
            <a:endParaRPr lang="en-US" sz="17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Upstash Redis       — rediss:// TLS connection from Render</a:t>
            </a:r>
            <a:endParaRPr lang="en-US" sz="17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CI           — Auto-deploy on every push to main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Challenges &amp; Solutions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FF52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Dollar-Quoted SQL Trigger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Naive split(";") broke $$...$$  →  Built dollar-quote-aware SQL parser</a:t>
            </a:r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FF52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SSL on Render Internal Network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Internal DB URL has no .render.com suffix  →  Detect and skip SSL for internal</a:t>
            </a:r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FF52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Express Route Param Conflicts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/dlq and /stats/metrics matched /:id  →  Register specific routes before param routes</a:t>
            </a:r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FF52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 Process on Free Tier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Render charges for background workers  →  Merged all into one server.js process</a:t>
            </a:r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FF52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Schema Path on Render</a:t>
            </a:r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__dirname is src/  →  Path fixed to ../schema.sql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Demo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  Live URL</a:t>
            </a:r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FFD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https://task-scheduler-api-gukn.onrender.com</a:t>
            </a:r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Flow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Open dashboard — see 3 workers ALIVE with heartbeat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Submit a task (send-email / process-file / generate-report)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Watch task move: QUEUED → PROCESSING → COMPLETED in real-time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Submit task with max_attempts=1 to force DLQ entry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Retry or Discard from DLQ panel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 Check /health endpoint — Redis + PostgreSQL status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Built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At-least-once execution with BullMQ retry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1847088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💀  Dead Letter Queue with retry/discard from UI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2596896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❤️  Worker heartbeat + automatic task reassignment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3346704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 Real-time Socket.IO dashboard — zero refresh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48640" y="409651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🗄️  Full audit trail in PostgreSQL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48640" y="484632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🚀  Deployed live on Render free tier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GitHub: github.com/MASTERHARI2030/TASK-SCHEDULER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2026-09-17T13:57:42Z</dcterms:created>
  <dcterms:modified xsi:type="dcterms:W3CDTF">2026-09-17T13:57:42Z</dcterms:modified>
</cp:coreProperties>
</file>